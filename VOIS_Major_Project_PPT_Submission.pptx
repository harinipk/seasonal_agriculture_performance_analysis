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63" d="100"/>
          <a:sy n="63" d="100"/>
        </p:scale>
        <p:origin x="724"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43334" y="3483911"/>
            <a:ext cx="9144000" cy="935280"/>
          </a:xfrm>
        </p:spPr>
        <p:txBody>
          <a:bodyPr vert="horz" lIns="91440" tIns="45720" rIns="91440" bIns="45720" rtlCol="0" anchor="t">
            <a:normAutofit/>
          </a:bodyPr>
          <a:lstStyle/>
          <a:p>
            <a:r>
              <a:rPr lang="en-US" b="0" dirty="0">
                <a:solidFill>
                  <a:schemeClr val="tx1"/>
                </a:solidFill>
              </a:rPr>
              <a:t>Student Name – HARINI.P  </a:t>
            </a:r>
            <a:endParaRPr lang="en-IN" b="0" dirty="0">
              <a:solidFill>
                <a:schemeClr val="tx1"/>
              </a:solidFill>
            </a:endParaRPr>
          </a:p>
          <a:p>
            <a:r>
              <a:rPr lang="en-US" b="0" dirty="0">
                <a:solidFill>
                  <a:schemeClr val="tx1"/>
                </a:solidFill>
              </a:rPr>
              <a:t>College Name – A.V.C.COLLEGE OF ENGINEERING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11737156" cy="743448"/>
          </a:xfrm>
        </p:spPr>
        <p:txBody>
          <a:bodyPr>
            <a:normAutofit fontScale="90000"/>
          </a:bodyPr>
          <a:lstStyle/>
          <a:p>
            <a:r>
              <a:rPr lang="en-GB" sz="3200" dirty="0"/>
              <a:t>Project Title - </a:t>
            </a:r>
            <a:r>
              <a:rPr lang="en-SG"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2092960" y="4504508"/>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43334" y="4392588"/>
            <a:ext cx="5522712" cy="400110"/>
          </a:xfrm>
          <a:prstGeom prst="rect">
            <a:avLst/>
          </a:prstGeom>
          <a:noFill/>
        </p:spPr>
        <p:txBody>
          <a:bodyPr wrap="square" rtlCol="0">
            <a:spAutoFit/>
          </a:bodyPr>
          <a:lstStyle/>
          <a:p>
            <a:r>
              <a:rPr lang="en-US" sz="2000" dirty="0"/>
              <a:t>AICTE STU ID : </a:t>
            </a:r>
            <a:r>
              <a:rPr lang="en-SG" sz="2000" dirty="0"/>
              <a:t>STU6a2fc49c4b42e1781515420</a:t>
            </a:r>
            <a:r>
              <a:rPr lang="en-US" sz="2000" dirty="0"/>
              <a:t>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188720" y="1562322"/>
            <a:ext cx="6431280" cy="4687804"/>
          </a:xfrm>
        </p:spPr>
        <p:txBody>
          <a:bodyPr vert="horz" lIns="91440" tIns="45720" rIns="91440" bIns="45720" rtlCol="0" anchor="t">
            <a:normAutofit fontScale="77500" lnSpcReduction="20000"/>
          </a:bodyPr>
          <a:lstStyle/>
          <a:p>
            <a:pPr>
              <a:lnSpc>
                <a:spcPct val="100000"/>
              </a:lnSpc>
            </a:pPr>
            <a:r>
              <a:rPr lang="en-SG" sz="2800" dirty="0"/>
              <a:t>Agricultural activities are influenced by seasonal variations in environmental conditions, farming practices, resource availability </a:t>
            </a:r>
            <a:r>
              <a:rPr lang="en-SG" sz="3100" dirty="0"/>
              <a:t>and</a:t>
            </a:r>
            <a:r>
              <a:rPr lang="en-SG" sz="2800" dirty="0"/>
              <a:t> market conditions. As a result, agricultural performance may differ from one season to another.</a:t>
            </a:r>
          </a:p>
          <a:p>
            <a:pPr>
              <a:lnSpc>
                <a:spcPct val="100000"/>
              </a:lnSpc>
            </a:pPr>
            <a:r>
              <a:rPr lang="en-SG" sz="2800" dirty="0"/>
              <a:t> However, raw agricultural data does not clearly explain how agricultural performance changes across seasons or what patterns can be observed in different seasonal conditions. </a:t>
            </a:r>
          </a:p>
          <a:p>
            <a:pPr>
              <a:lnSpc>
                <a:spcPct val="100000"/>
              </a:lnSpc>
            </a:pPr>
            <a:r>
              <a:rPr lang="en-SG" sz="2800" dirty="0"/>
              <a:t>The problem is to </a:t>
            </a:r>
            <a:r>
              <a:rPr lang="en-SG" sz="2800" dirty="0" err="1"/>
              <a:t>analyze</a:t>
            </a:r>
            <a:r>
              <a:rPr lang="en-SG" sz="2800" dirty="0"/>
              <a:t>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612708"/>
            <a:ext cx="7934961" cy="830997"/>
          </a:xfrm>
        </p:spPr>
        <p:txBody>
          <a:bodyPr>
            <a:normAutofit fontScale="90000"/>
          </a:bodyPr>
          <a:lstStyle/>
          <a:p>
            <a:r>
              <a:rPr lang="en-GB" dirty="0"/>
              <a:t>PROJECT DESCRIPTION</a:t>
            </a:r>
            <a:br>
              <a:rPr lang="en-GB" dirty="0"/>
            </a:br>
            <a:br>
              <a:rPr lang="en-GB" dirty="0"/>
            </a:br>
            <a:r>
              <a:rPr lang="en-SG" sz="2800" b="0" dirty="0"/>
              <a:t>Seasonal Agriculture Performance Analysis is a data analysis project that studies agricultural performance in different seasons. The project uses agricultural data to find patterns and trends in crop production. Python tools like Pandas, NumPy, Matplotlib, and Seaborn are used to clean, </a:t>
            </a:r>
            <a:r>
              <a:rPr lang="en-SG" sz="2800" b="0" dirty="0" err="1"/>
              <a:t>analyze</a:t>
            </a:r>
            <a:r>
              <a:rPr lang="en-SG" sz="2800" b="0" dirty="0"/>
              <a:t>, and visualize the data. The results help understand which seasons have better agricultural performance and support better farming decisions.</a:t>
            </a:r>
            <a:br>
              <a:rPr lang="en-SG" sz="2800" b="0" dirty="0"/>
            </a:br>
            <a:endParaRPr lang="en-IN" sz="27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570079" y="6420394"/>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92500"/>
          </a:bodyPr>
          <a:lstStyle/>
          <a:p>
            <a:pPr lvl="0"/>
            <a:r>
              <a:rPr lang="en-SG" sz="3600" dirty="0"/>
              <a:t>Farmers </a:t>
            </a:r>
          </a:p>
          <a:p>
            <a:pPr lvl="0"/>
            <a:r>
              <a:rPr lang="en-SG" sz="3600" dirty="0"/>
              <a:t>Agricultural Departments </a:t>
            </a:r>
          </a:p>
          <a:p>
            <a:pPr lvl="0"/>
            <a:r>
              <a:rPr lang="en-SG" sz="3600" dirty="0"/>
              <a:t>Agricultural Researchers </a:t>
            </a:r>
          </a:p>
          <a:p>
            <a:pPr lvl="0"/>
            <a:r>
              <a:rPr lang="en-SG" sz="3600" dirty="0"/>
              <a:t>Agricultural Planners </a:t>
            </a:r>
          </a:p>
          <a:p>
            <a:pPr lvl="0"/>
            <a:r>
              <a:rPr lang="en-SG" sz="3600" dirty="0"/>
              <a:t>Data Analysts </a:t>
            </a:r>
          </a:p>
          <a:p>
            <a:pPr lvl="0"/>
            <a:r>
              <a:rPr lang="en-SG" sz="3600" dirty="0"/>
              <a:t>Students and Educational Institutions </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4300" dirty="0"/>
              <a:t>WHO ARE THE END USERS?</a:t>
            </a:r>
            <a:endParaRPr lang="en-IN" sz="43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902059" y="1463105"/>
            <a:ext cx="9027702" cy="5243448"/>
          </a:xfrm>
        </p:spPr>
        <p:txBody>
          <a:bodyPr>
            <a:normAutofit lnSpcReduction="10000"/>
          </a:bodyPr>
          <a:lstStyle/>
          <a:p>
            <a:pPr lvl="0"/>
            <a:r>
              <a:rPr lang="en-SG" sz="2400" dirty="0"/>
              <a:t>Python </a:t>
            </a:r>
          </a:p>
          <a:p>
            <a:pPr lvl="0"/>
            <a:r>
              <a:rPr lang="en-SG" sz="2400" dirty="0"/>
              <a:t>Pandas </a:t>
            </a:r>
          </a:p>
          <a:p>
            <a:pPr lvl="0"/>
            <a:r>
              <a:rPr lang="en-SG" sz="2400" dirty="0"/>
              <a:t>NumPy </a:t>
            </a:r>
          </a:p>
          <a:p>
            <a:pPr lvl="0"/>
            <a:r>
              <a:rPr lang="en-SG" sz="2400" dirty="0"/>
              <a:t>Matplotlib </a:t>
            </a:r>
          </a:p>
          <a:p>
            <a:pPr lvl="0"/>
            <a:r>
              <a:rPr lang="en-SG" sz="2400" dirty="0"/>
              <a:t>Seaborn </a:t>
            </a:r>
          </a:p>
          <a:p>
            <a:pPr lvl="0"/>
            <a:r>
              <a:rPr lang="en-SG" sz="2400" dirty="0"/>
              <a:t>Jupyter Notebook </a:t>
            </a:r>
          </a:p>
          <a:p>
            <a:pPr lvl="0"/>
            <a:r>
              <a:rPr lang="en-SG" sz="2400" dirty="0"/>
              <a:t>Data Visualization </a:t>
            </a:r>
          </a:p>
          <a:p>
            <a:pPr lvl="0"/>
            <a:r>
              <a:rPr lang="en-SG" sz="2400" dirty="0"/>
              <a:t>Data Cleaning and Analysis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467359" y="574388"/>
            <a:ext cx="6121230"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CC652A87-A7C9-2FC6-613F-A9B288603DC5}"/>
              </a:ext>
            </a:extLst>
          </p:cNvPr>
          <p:cNvPicPr>
            <a:picLocks noChangeAspect="1"/>
          </p:cNvPicPr>
          <p:nvPr/>
        </p:nvPicPr>
        <p:blipFill>
          <a:blip r:embed="rId3"/>
          <a:stretch>
            <a:fillRect/>
          </a:stretch>
        </p:blipFill>
        <p:spPr>
          <a:xfrm>
            <a:off x="675957" y="1290862"/>
            <a:ext cx="8537608" cy="519654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5DF2A07-CFD4-801B-211F-7DF74052293B}"/>
              </a:ext>
            </a:extLst>
          </p:cNvPr>
          <p:cNvPicPr>
            <a:picLocks noChangeAspect="1"/>
          </p:cNvPicPr>
          <p:nvPr/>
        </p:nvPicPr>
        <p:blipFill>
          <a:blip r:embed="rId3"/>
          <a:stretch>
            <a:fillRect/>
          </a:stretch>
        </p:blipFill>
        <p:spPr>
          <a:xfrm>
            <a:off x="597861" y="1289007"/>
            <a:ext cx="8516169" cy="5279433"/>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782991D-C4EB-960D-FB40-F7A084EAEFF4}"/>
              </a:ext>
            </a:extLst>
          </p:cNvPr>
          <p:cNvPicPr>
            <a:picLocks noChangeAspect="1"/>
          </p:cNvPicPr>
          <p:nvPr/>
        </p:nvPicPr>
        <p:blipFill>
          <a:blip r:embed="rId3"/>
          <a:stretch>
            <a:fillRect/>
          </a:stretch>
        </p:blipFill>
        <p:spPr>
          <a:xfrm>
            <a:off x="675956" y="1496740"/>
            <a:ext cx="8650923" cy="505806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98DF880D-241B-33C0-4001-55A1963B092C}"/>
              </a:ext>
            </a:extLst>
          </p:cNvPr>
          <p:cNvPicPr>
            <a:picLocks noChangeAspect="1"/>
          </p:cNvPicPr>
          <p:nvPr/>
        </p:nvPicPr>
        <p:blipFill>
          <a:blip r:embed="rId3"/>
          <a:stretch>
            <a:fillRect/>
          </a:stretch>
        </p:blipFill>
        <p:spPr>
          <a:xfrm>
            <a:off x="675956" y="1275371"/>
            <a:ext cx="8939681" cy="519654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F7BE9060-8D6E-57ED-9122-C7E91A0A5D8F}"/>
              </a:ext>
            </a:extLst>
          </p:cNvPr>
          <p:cNvPicPr>
            <a:picLocks noChangeAspect="1"/>
          </p:cNvPicPr>
          <p:nvPr/>
        </p:nvPicPr>
        <p:blipFill>
          <a:blip r:embed="rId3"/>
          <a:srcRect l="3359" r="1008"/>
          <a:stretch>
            <a:fillRect/>
          </a:stretch>
        </p:blipFill>
        <p:spPr>
          <a:xfrm>
            <a:off x="571239" y="1049988"/>
            <a:ext cx="9140652" cy="5225157"/>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9026308" cy="830997"/>
          </a:xfrm>
        </p:spPr>
        <p:txBody>
          <a:bodyPr>
            <a:normAutofit/>
          </a:bodyPr>
          <a:lstStyle/>
          <a:p>
            <a:r>
              <a:rPr lang="en-IN" sz="42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1838425" y="1275370"/>
            <a:ext cx="7449374" cy="5389589"/>
          </a:xfrm>
          <a:prstGeom prst="rect">
            <a:avLst/>
          </a:prstGeom>
        </p:spPr>
        <p:txBody>
          <a:bodyPr vert="horz" lIns="91440" tIns="45720" rIns="91440" bIns="45720" rtlCol="0">
            <a:normAutofit fontScale="25000" lnSpcReduction="2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1143000" lvl="0" indent="-1143000" algn="l">
              <a:buFont typeface="Wingdings" panose="05000000000000000000" pitchFamily="2" charset="2"/>
              <a:buChar char="Ø"/>
            </a:pPr>
            <a:r>
              <a:rPr lang="en-SG" sz="9600" dirty="0"/>
              <a:t>Develop a machine learning model to predict crop yield for different seasons. </a:t>
            </a:r>
          </a:p>
          <a:p>
            <a:pPr marL="1143000" lvl="0" indent="-1143000" algn="l">
              <a:buFont typeface="Wingdings" panose="05000000000000000000" pitchFamily="2" charset="2"/>
              <a:buChar char="Ø"/>
            </a:pPr>
            <a:r>
              <a:rPr lang="en-SG" sz="9600" dirty="0"/>
              <a:t>Use real-time weather data such as rainfall and temperature for better predictions. </a:t>
            </a:r>
          </a:p>
          <a:p>
            <a:pPr marL="1143000" lvl="0" indent="-1143000" algn="l">
              <a:buFont typeface="Wingdings" panose="05000000000000000000" pitchFamily="2" charset="2"/>
              <a:buChar char="Ø"/>
            </a:pPr>
            <a:r>
              <a:rPr lang="en-SG" sz="9600" dirty="0"/>
              <a:t>Build a dashboard for farmers and agricultural departments to monitor seasonal performance. </a:t>
            </a:r>
          </a:p>
          <a:p>
            <a:pPr marL="1143000" lvl="0" indent="-1143000" algn="l">
              <a:buFont typeface="Wingdings" panose="05000000000000000000" pitchFamily="2" charset="2"/>
              <a:buChar char="Ø"/>
            </a:pPr>
            <a:r>
              <a:rPr lang="en-SG" sz="9600" dirty="0"/>
              <a:t>Provide crop and irrigation recommendations based on seasonal conditions. </a:t>
            </a:r>
          </a:p>
          <a:p>
            <a:pPr marL="1143000" lvl="0" indent="-1143000" algn="l">
              <a:buFont typeface="Wingdings" panose="05000000000000000000" pitchFamily="2" charset="2"/>
              <a:buChar char="Ø"/>
            </a:pPr>
            <a:r>
              <a:rPr lang="en-SG" sz="9600" dirty="0"/>
              <a:t>Include data from more regions and multiple years to improve the accuracy of the analysis. </a:t>
            </a:r>
          </a:p>
          <a:p>
            <a:pPr marL="1143000" lvl="0" indent="-1143000" algn="l">
              <a:buFont typeface="Wingdings" panose="05000000000000000000" pitchFamily="2" charset="2"/>
              <a:buChar char="Ø"/>
            </a:pPr>
            <a:r>
              <a:rPr lang="en-SG" sz="9600" dirty="0"/>
              <a:t>Extend the system to support early identification of low-yield or high-risk seasons</a:t>
            </a:r>
            <a:r>
              <a:rPr lang="en-SG" sz="2400" dirty="0"/>
              <a:t>. </a:t>
            </a:r>
          </a:p>
          <a:p>
            <a:endParaRPr lang="en-GB" sz="24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6753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675957" y="1506386"/>
            <a:ext cx="11393498" cy="2153629"/>
          </a:xfrm>
          <a:prstGeom prst="rect">
            <a:avLst/>
          </a:prstGeom>
        </p:spPr>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2400" dirty="0"/>
              <a:t>https://github.com/harinipk/Seasonal_Agriculture_Performance_Analysis.git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CC889FC-763A-3EE7-205E-F0A983BF907F}"/>
              </a:ext>
            </a:extLst>
          </p:cNvPr>
          <p:cNvPicPr>
            <a:picLocks noChangeAspect="1"/>
          </p:cNvPicPr>
          <p:nvPr/>
        </p:nvPicPr>
        <p:blipFill>
          <a:blip r:embed="rId3"/>
          <a:stretch>
            <a:fillRect/>
          </a:stretch>
        </p:blipFill>
        <p:spPr>
          <a:xfrm>
            <a:off x="1289786" y="1539849"/>
            <a:ext cx="8809120" cy="493207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667</TotalTime>
  <Words>352</Words>
  <Application>Microsoft Office PowerPoint</Application>
  <PresentationFormat>Widescreen</PresentationFormat>
  <Paragraphs>44</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Seasonal Agriculture Performance Analysis is a data analysis project that studies agricultural performance in different seasons. The project uses agricultural data to find patterns and trends in crop production. Python tools like Pandas, NumPy, Matplotlib, and Seaborn are used to clean, analyze, and visualize the data. The results help understand which seasons have better agricultural performance and support better farming decisions.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HARINI P</cp:lastModifiedBy>
  <cp:revision>100</cp:revision>
  <dcterms:created xsi:type="dcterms:W3CDTF">2021-07-11T13:13:15Z</dcterms:created>
  <dcterms:modified xsi:type="dcterms:W3CDTF">2026-09-10T07:50:51Z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